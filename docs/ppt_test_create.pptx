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E557-DDD8-EE3D-6EE4-F62D1E98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6E4CF-7735-A888-895C-BE55F84D5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3DAA8-EE81-4F14-18B8-C13309BB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4063F-D1E3-BD73-6CD4-D521B23C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261DB-9CDF-4FB6-719A-6FA28B5B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2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502A-C8F7-A829-B186-1642E639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4303-46B0-3316-75D1-2DED78838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08332-589F-723F-1152-67755D42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7C4B3-5331-9597-7F0F-BED217434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4254-F9AA-764E-EEA3-2EC239BB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7272-C83A-9B8C-53EA-2116D759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A09A2-7DE9-60DC-1D67-99A977454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50272-CD9F-19F7-CAF7-B5D8DB60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4855-8C1A-FF63-2B83-303632C28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4674-6EBA-A309-CDE2-491985BC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8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EAE0-11C3-350E-2AFE-F7D9036B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40CD-A881-545C-43A0-5294E7766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7CCD0-75FB-1CDC-23B1-C6D7C7DC1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A9B4D-9D63-39FC-0280-C4EBB8D7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6C425-9736-0B7A-DA5B-6D897A53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30D0B-5677-3127-D672-EDA1C261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8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315D-5715-92D0-7A68-E8041CED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8C118-46F7-4B9C-BB4E-D56FB8C45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725EC-52D6-9708-49FE-3EDC45927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40891-C622-A759-42D8-9ACCE9219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23F03-E99D-1196-AEC1-A22467414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59BE62-705B-9E9B-D4EF-5BC5A825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8B541-207E-A8C2-7C56-0C3B02F4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D1362-6BDB-040A-2A8C-12F880D2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5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692C-417C-8BCB-EC02-71ED8AAB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4629C-5C5D-76AF-11BD-BEF4FC0A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066CD-5A22-3C49-CCA5-24954046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22CF4-4D0E-54C1-018D-4D70DA91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16210-F58F-B0A7-52CE-87F8E63AD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52844-E0A2-A222-E12B-219F9AB7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5141-85A7-3395-53C1-60A61B17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4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90EF4-423F-895A-0E92-B7EBF8BC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C345-D04B-8831-9661-A9FCA32C1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4FD74-D32C-CD38-61A7-E85C26A39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09BFA-AEDE-42BE-1688-1A9D7B51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1F9BE-1FF1-E4F3-892E-33FE0278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8BEDD-C5A2-97AC-6FD4-59E4D806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7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4837-A246-81AC-2B2F-078B4EBC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876EA-031E-DC9B-915A-78BF447CF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FD2C4-9A5A-8A89-4A87-15E27AED8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16AD9-9DAD-CBFF-92DC-E8AB4535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94FDD-D954-2EB2-7BCE-F96E07A8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D2E25-A127-B4F7-3818-2CAB6BF9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180E-4900-D67E-3731-3AF58AA5B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8C170-649B-8C4A-704E-08B0E3BB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45523-F6BA-335D-B8BE-FE1E668F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58ED4-AD30-F102-C429-FDF98E31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1453-C0CD-BC17-6C6E-516EFF89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9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548F2-091E-DCCA-9A44-A38E69F31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C201E-0C12-FA30-90D0-48044132E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305CD-A9DB-1AB6-F210-4B3B8689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A03A-6704-9E37-0468-1BB3E832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B36F-9074-EC8D-6F63-64D0A1FB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0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E9AF-3D31-EEBC-E12D-986007EF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AFB02-3BC3-4E6D-0157-C5A6100E2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45563-A07D-E8D9-501B-8E0B64A2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B1BD-9680-D677-6FBD-8DB79F4E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3B054-EE60-185E-2A93-FEA5F622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5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8980E-C440-C0B2-58C3-6AAB6706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57782-B08A-535D-F474-505780AB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24618-222E-4AD6-CF36-F4F552236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31041-45BC-46B7-9B87-EBD489CD4EB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2B1A3-B4A9-2A13-621F-60674570D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FC4BF-5EAD-4354-A2C8-9D6880AA6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C6C11-960A-4DBB-ABC7-1DE620A28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9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02C0-A1A7-25BE-A7D2-58AE9C2D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C04CF-BE29-E333-3B3C-95A40D160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2227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SAUMY  SINGH</dc:creator>
  <cp:lastModifiedBy>SAUMY  SINGH</cp:lastModifiedBy>
  <cp:revision>1</cp:revision>
  <dcterms:created xsi:type="dcterms:W3CDTF">2026-04-02T15:20:16Z</dcterms:created>
  <dcterms:modified xsi:type="dcterms:W3CDTF">2026-04-02T15:20:16Z</dcterms:modified>
</cp:coreProperties>
</file>